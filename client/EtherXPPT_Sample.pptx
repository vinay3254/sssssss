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Q1</c:v>
                </c:pt>
              </c:strCache>
            </c:strRef>
          </c:tx>
          <c:spPr>
            <a:solidFill>
              <a:srgbClr val="4ECD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 Q2</c:v>
                </c:pt>
              </c:strCache>
            </c:strRef>
          </c:tx>
          <c:spPr>
            <a:solidFill>
              <a:srgbClr val="45B7D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25</c:v>
                </c:pt>
                <c:pt idx="2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6B6B"/>
              </a:solidFill>
              <a:effectLst/>
            </c:spPr>
          </c:dPt>
          <c:dPt>
            <c:idx val="1"/>
            <c:bubble3D val="0"/>
            <c:spPr>
              <a:solidFill>
                <a:srgbClr val="4ECDC4"/>
              </a:solidFill>
              <a:effectLst/>
            </c:spPr>
          </c:dPt>
          <c:dPt>
            <c:idx val="2"/>
            <c:bubble3D val="0"/>
            <c:spPr>
              <a:solidFill>
                <a:srgbClr val="45B7D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Product A</c:v>
                </c:pt>
                <c:pt idx="1">
                  <c:v>Product B</c:v>
                </c:pt>
                <c:pt idx="2">
                  <c:v>Product C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40</c:v>
                </c:pt>
                <c:pt idx="1">
                  <c:v>35</c:v>
                </c:pt>
                <c:pt idx="2">
                  <c:v>25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EtherXPPT Demo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Fully Editable PowerPoint Presentation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Editable Text Boxes and Shapes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3657600" cy="914400"/>
          </a:xfrm>
          <a:prstGeom prst="rect">
            <a:avLst/>
          </a:prstGeom>
          <a:solidFill>
            <a:srgbClr val="E6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This is an editable text box. You can modify this text in PowerPoint.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0" y="1371600"/>
            <a:ext cx="1828800" cy="914400"/>
          </a:xfrm>
          <a:prstGeom prst="rect">
            <a:avLst/>
          </a:prstGeom>
          <a:solidFill>
            <a:srgbClr val="FF6B6B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2743200"/>
            <a:ext cx="914400" cy="914400"/>
          </a:xfrm>
          <a:prstGeom prst="ellipse">
            <a:avLst/>
          </a:prstGeom>
          <a:solidFill>
            <a:srgbClr val="4ECDC4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2743200"/>
            <a:ext cx="914400" cy="914400"/>
          </a:xfrm>
          <a:prstGeom prst="triangle">
            <a:avLst/>
          </a:prstGeom>
          <a:solidFill>
            <a:srgbClr val="45B7D1"/>
          </a:solidFill>
          <a:ln w="254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Editable Charts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5029200" y="1097280"/>
          <a:ext cx="36576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SmartArt-Style Diagram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1371600" cy="73152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Step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0" y="1371600"/>
            <a:ext cx="1371600" cy="73152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0" y="13716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Step 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1371600" cy="73152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3716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Step 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371600"/>
            <a:ext cx="1371600" cy="73152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3716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Step 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0" y="1645920"/>
            <a:ext cx="457200" cy="182880"/>
          </a:xfrm>
          <a:prstGeom prst="rightArrow">
            <a:avLst/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1645920"/>
            <a:ext cx="457200" cy="182880"/>
          </a:xfrm>
          <a:prstGeom prst="rightArrow">
            <a:avLst/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0" y="1645920"/>
            <a:ext cx="457200" cy="182880"/>
          </a:xfrm>
          <a:prstGeom prst="rightArrow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Editable Table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97280"/>
          <a:ext cx="7315200" cy="27432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Widget 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160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Widget B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110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130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Widget 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Slide Layouts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Left Column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This demonstrates a two-column layout that can be edited in PowerPoint.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09728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Right Column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You can modify text, add images, and adjust formatting.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EtherXPPT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EtherXPPT Demo</dc:title>
  <dc:subject>Sample Presentation with Editable Elements</dc:subject>
  <dc:creator>EtherXPPT</dc:creator>
  <cp:lastModifiedBy>EtherXPPT</cp:lastModifiedBy>
  <cp:revision>1</cp:revision>
  <dcterms:created xsi:type="dcterms:W3CDTF">2025-11-22T06:20:07Z</dcterms:created>
  <dcterms:modified xsi:type="dcterms:W3CDTF">2025-11-22T06:20:07Z</dcterms:modified>
</cp:coreProperties>
</file>